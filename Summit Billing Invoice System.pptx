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78AB3-D182-6C4F-BB01-803B85F6409B}" v="44" dt="2026-05-02T00:00:24.874"/>
    <p1510:client id="{F996742C-4250-004F-9636-A587F07FCEEC}" v="4" dt="2026-05-01T23:53:50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 snapToObjects="1">
      <p:cViewPr>
        <p:scale>
          <a:sx n="111" d="100"/>
          <a:sy n="111" d="100"/>
        </p:scale>
        <p:origin x="168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145079"/>
          </a:xfrm>
          <a:prstGeom prst="rect">
            <a:avLst/>
          </a:prstGeom>
          <a:solidFill>
            <a:srgbClr val="14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590507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Summit Billing Invoice System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>
                <a:solidFill>
                  <a:srgbClr val="E6E6E6"/>
                </a:solidFill>
              </a:defRPr>
            </a:pPr>
            <a:r>
              <a:t>Creating simple invoices quickly and efficiently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Features:</a:t>
            </a:r>
          </a:p>
          <a:p>
            <a:r>
              <a:t>- Enter customer info</a:t>
            </a:r>
          </a:p>
          <a:p>
            <a:r>
              <a:t>- Add item details</a:t>
            </a:r>
          </a:p>
          <a:p>
            <a:r>
              <a:t>- Auto calculate totals</a:t>
            </a:r>
          </a:p>
          <a:p>
            <a:r>
              <a:t>- Clear/reset 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034CF-C639-7B78-7D64-88D07DD86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541" y="1735415"/>
            <a:ext cx="5433299" cy="33871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</Words>
  <Application>Microsoft Macintosh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Miguel Espino-reynoso</cp:lastModifiedBy>
  <cp:revision>3</cp:revision>
  <dcterms:created xsi:type="dcterms:W3CDTF">2013-01-27T09:14:16Z</dcterms:created>
  <dcterms:modified xsi:type="dcterms:W3CDTF">2026-05-02T00:00:24Z</dcterms:modified>
  <cp:category/>
</cp:coreProperties>
</file>